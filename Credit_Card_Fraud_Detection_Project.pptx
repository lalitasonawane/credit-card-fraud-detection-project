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dirty="0" smtClean="0"/>
              <a:t>Documentation </a:t>
            </a:r>
            <a:r>
              <a:rPr dirty="0"/>
              <a:t>&amp; </a:t>
            </a:r>
            <a:r>
              <a:rPr dirty="0" smtClean="0"/>
              <a:t>Reporting</a:t>
            </a:r>
            <a:endParaRPr dirty="0"/>
          </a:p>
          <a:p>
            <a:r>
              <a:rPr dirty="0"/>
              <a:t>Name: </a:t>
            </a:r>
            <a:r>
              <a:rPr dirty="0" err="1"/>
              <a:t>Lalita</a:t>
            </a:r>
            <a:r>
              <a:rPr dirty="0"/>
              <a:t> </a:t>
            </a:r>
            <a:r>
              <a:rPr lang="en-US" dirty="0" err="1" smtClean="0"/>
              <a:t>Ugave</a:t>
            </a: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Credit Card Fraud Detection</a:t>
            </a:r>
          </a:p>
          <a:p>
            <a:r>
              <a:rPr dirty="0"/>
              <a:t>Logistic Regression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Detect fraudulent credit card transactions</a:t>
            </a:r>
          </a:p>
          <a:p>
            <a:r>
              <a:t>- Handle highly imbalanced data</a:t>
            </a:r>
          </a:p>
          <a:p>
            <a:r>
              <a:t>- Maximize fraud detection (Recall)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 smtClean="0"/>
              <a:t>Credit </a:t>
            </a:r>
            <a:r>
              <a:rPr dirty="0"/>
              <a:t>Card Fraud Dataset</a:t>
            </a:r>
          </a:p>
          <a:p>
            <a:r>
              <a:rPr dirty="0"/>
              <a:t>- 284,807 transactions</a:t>
            </a:r>
          </a:p>
          <a:p>
            <a:r>
              <a:rPr dirty="0"/>
              <a:t>- 492 fraud cases</a:t>
            </a:r>
          </a:p>
          <a:p>
            <a:r>
              <a:rPr dirty="0"/>
              <a:t>- Highly imbalanced dataset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Removed irrelevant features</a:t>
            </a:r>
          </a:p>
          <a:p>
            <a:r>
              <a:rPr dirty="0"/>
              <a:t>- Engineered time-based features</a:t>
            </a:r>
          </a:p>
          <a:p>
            <a:r>
              <a:rPr dirty="0"/>
              <a:t>- Standardized numerical features</a:t>
            </a:r>
          </a:p>
          <a:p>
            <a:r>
              <a:rPr dirty="0"/>
              <a:t>- Applied SMOTE for class imbalance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Retained V1–V28 PCA features</a:t>
            </a:r>
          </a:p>
          <a:p>
            <a:r>
              <a:t>- Used Amount feature</a:t>
            </a:r>
          </a:p>
          <a:p>
            <a:r>
              <a:t>- Created hour/day/night features from Time</a:t>
            </a:r>
          </a:p>
          <a:p>
            <a:r>
              <a:t>- Dropped original Time column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Logistic Regression</a:t>
            </a:r>
          </a:p>
          <a:p>
            <a:r>
              <a:t>- Simple and interpretable</a:t>
            </a:r>
          </a:p>
          <a:p>
            <a:r>
              <a:t>- Suitable baseline for fraud detection</a:t>
            </a:r>
          </a:p>
          <a:p>
            <a:r>
              <a:t>- Class weight balanced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Standardized training data</a:t>
            </a:r>
          </a:p>
          <a:p>
            <a:r>
              <a:t>- Hyperparameter tuning using RandomizedSearchCV</a:t>
            </a:r>
          </a:p>
          <a:p>
            <a:r>
              <a:t>- Evaluation metric: Recall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Accuracy: 97.56%</a:t>
            </a:r>
          </a:p>
          <a:p>
            <a:r>
              <a:t>- Precision: 6.1%</a:t>
            </a:r>
          </a:p>
          <a:p>
            <a:r>
              <a:t>- Recall: 91.8%</a:t>
            </a:r>
          </a:p>
          <a:p>
            <a:r>
              <a:t>- F1-score: 11.45%</a:t>
            </a:r>
          </a:p>
          <a:p>
            <a:r>
              <a:t>- ROC-AUC: 97.19%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True Positives: 90</a:t>
            </a:r>
          </a:p>
          <a:p>
            <a:r>
              <a:t>- False Negatives: 8</a:t>
            </a:r>
          </a:p>
          <a:p>
            <a:r>
              <a:t>- False Positives: 1383</a:t>
            </a:r>
          </a:p>
          <a:p>
            <a:r>
              <a:t>- Strong fraud detection performance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 recall ensures fraud is rarely missed</a:t>
            </a:r>
          </a:p>
          <a:p>
            <a:r>
              <a:t>- Low precision due to imbalance</a:t>
            </a:r>
          </a:p>
          <a:p>
            <a:r>
              <a:t>- Model effectively separates fraud vs non-fraud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Logistic Regression performed well</a:t>
            </a:r>
          </a:p>
          <a:p>
            <a:r>
              <a:t>- Prioritized recall for fraud detection</a:t>
            </a:r>
          </a:p>
          <a:p>
            <a:r>
              <a:t>- Suitable as a baseline fraud detection model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7</TotalTime>
  <Words>224</Words>
  <Application>Microsoft Office PowerPoint</Application>
  <PresentationFormat>On-screen Show (4:3)</PresentationFormat>
  <Paragraphs>54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Waveform</vt:lpstr>
      <vt:lpstr>Credit Card Fraud Detection Logistic Regression Model</vt:lpstr>
      <vt:lpstr>Project Objective</vt:lpstr>
      <vt:lpstr>Dataset Overview</vt:lpstr>
      <vt:lpstr>Data Preprocessing</vt:lpstr>
      <vt:lpstr>Feature Engineering</vt:lpstr>
      <vt:lpstr>Model Selection</vt:lpstr>
      <vt:lpstr>Model Training</vt:lpstr>
      <vt:lpstr>Evaluation Metrics</vt:lpstr>
      <vt:lpstr>Confusion Matrix Analysis</vt:lpstr>
      <vt:lpstr>Key Findings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Logistic Regression Model</dc:title>
  <dc:subject/>
  <dc:creator/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2026-02-02T11:01:26Z</dcterms:modified>
  <cp:category/>
</cp:coreProperties>
</file>